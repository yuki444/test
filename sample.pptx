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ここに発表者ノートを入力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サブタイトルをここに入力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はじめに</a:t>
            </a:r>
          </a:p>
          <a:p>
            <a:pPr/>
            <a:r>
              <a:t>本題</a:t>
            </a:r>
          </a:p>
          <a:p>
            <a:pPr/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本題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ポイント1: 重要な内容</a:t>
            </a:r>
          </a:p>
          <a:p>
            <a:pPr/>
            <a:r>
              <a:t>ポイント2: 詳細説明</a:t>
            </a:r>
          </a:p>
          <a:p>
            <a:pPr/>
            <a:r>
              <a:t>ポイント3: 結論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今日学んだこと</a:t>
            </a:r>
          </a:p>
          <a:p>
            <a:pPr/>
            <a:r>
              <a:t>次のステップ</a:t>
            </a:r>
          </a:p>
          <a:p>
            <a:pPr/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